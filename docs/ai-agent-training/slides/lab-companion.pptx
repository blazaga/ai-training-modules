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start the app and open the playground: it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a dry run of the previous slide, in Chromium at 1280x720: base plus the module 1 checkpoint, verify 43 unit / 49 e2e, lab 01 15/15, then Run all in order: 19 of 19 cards green in about 3 seconds, no page errors. With DevTools open the 409 and 422 requests show in red as failed loads; that is expected, they are the rule checks. If List users comes back empty, the app is on the in-memory database: .env is missing (copy .env.example, chapter 00). npm run db:seed puts the data back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4.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1. the tests first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lab 01       # the lab check: all green?</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2. then the app on the seeded data</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(.env from setup; port busy? PORT=)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run build</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npm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3. open localhost:3000/playground</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and click Run all in order</a:t>
            </a:r>
            <a:endParaRPr lang="en-US" sz="12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Every card has a ✓: 19 of 19 in our dry run</a:t>
            </a:r>
            <a:endParaRPr lang="en-US" sz="1200" dirty="0"/>
          </a:p>
        </p:txBody>
      </p:sp>
      <p:sp>
        <p:nvSpPr>
          <p:cNvPr id="9" name="Shape 5"/>
          <p:cNvSpPr/>
          <p:nvPr/>
        </p:nvSpPr>
        <p:spPr>
          <a:xfrm>
            <a:off x="6827520" y="2350008"/>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410358"/>
            <a:ext cx="153619" cy="153619"/>
          </a:xfrm>
          <a:prstGeom prst="rect">
            <a:avLst/>
          </a:prstGeom>
        </p:spPr>
      </p:pic>
      <p:sp>
        <p:nvSpPr>
          <p:cNvPr id="11" name="Text 6"/>
          <p:cNvSpPr txBox="1"/>
          <p:nvPr/>
        </p:nvSpPr>
        <p:spPr>
          <a:xfrm>
            <a:off x="7193280" y="2286000"/>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each id is carried to the next request</a:t>
            </a:r>
            <a:endParaRPr lang="en-US" sz="1200" dirty="0"/>
          </a:p>
        </p:txBody>
      </p:sp>
      <p:sp>
        <p:nvSpPr>
          <p:cNvPr id="12" name="Shape 7"/>
          <p:cNvSpPr/>
          <p:nvPr/>
        </p:nvSpPr>
        <p:spPr>
          <a:xfrm>
            <a:off x="6827520" y="3127248"/>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3187598"/>
            <a:ext cx="153619" cy="153619"/>
          </a:xfrm>
          <a:prstGeom prst="rect">
            <a:avLst/>
          </a:prstGeom>
        </p:spPr>
      </p:pic>
      <p:sp>
        <p:nvSpPr>
          <p:cNvPr id="14" name="Text 8"/>
          <p:cNvSpPr txBox="1"/>
          <p:nvPr/>
        </p:nvSpPr>
        <p:spPr>
          <a:xfrm>
            <a:off x="7193280" y="3063240"/>
            <a:ext cx="1493520" cy="685800"/>
          </a:xfrm>
          <a:prstGeom prst="rect">
            <a:avLst/>
          </a:prstGeom>
          <a:noFill/>
          <a:ln/>
        </p:spPr>
        <p:txBody>
          <a:bodyPr wrap="square" lIns="0" tIns="0" rIns="0" bIns="0" rtlCol="0" anchor="t"/>
          <a:lstStyle/>
          <a:p>
            <a:pPr indent="0" marL="0">
              <a:buNone/>
            </a:pPr>
            <a:r>
              <a:rPr lang="en-US" sz="1200" dirty="0">
                <a:solidFill>
                  <a:srgbClr val="2B3440"/>
                </a:solidFill>
              </a:rPr>
              <a:t>The 409 and 422 cards get a ✓ too: the rule refused, as the spec says</a:t>
            </a:r>
            <a:endParaRPr lang="en-US" sz="1200" dirty="0"/>
          </a:p>
        </p:txBody>
      </p:sp>
      <p:sp>
        <p:nvSpPr>
          <p:cNvPr id="15" name="Shape 9"/>
          <p:cNvSpPr/>
          <p:nvPr/>
        </p:nvSpPr>
        <p:spPr>
          <a:xfrm>
            <a:off x="6827520" y="3904488"/>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964838"/>
            <a:ext cx="153619" cy="153619"/>
          </a:xfrm>
          <a:prstGeom prst="rect">
            <a:avLst/>
          </a:prstGeom>
        </p:spPr>
      </p:pic>
      <p:sp>
        <p:nvSpPr>
          <p:cNvPr id="17" name="Text 10"/>
          <p:cNvSpPr txBox="1"/>
          <p:nvPr/>
        </p:nvSpPr>
        <p:spPr>
          <a:xfrm>
            <a:off x="7193280" y="3840480"/>
            <a:ext cx="1493520" cy="685800"/>
          </a:xfrm>
          <a:prstGeom prst="rect">
            <a:avLst/>
          </a:prstGeom>
          <a:noFill/>
          <a:ln/>
        </p:spPr>
        <p:txBody>
          <a:bodyPr wrap="square" lIns="0" tIns="0" rIns="0" bIns="0" rtlCol="0" anchor="t"/>
          <a:lstStyle/>
          <a:p>
            <a:pPr indent="0" marL="0">
              <a:buNone/>
            </a:pPr>
            <a:r>
              <a:rPr lang="en-US" sz="1200" dirty="0">
                <a:solidFill>
                  <a:srgbClr val="2B3440"/>
                </a:solidFill>
              </a:rPr>
              <a:t>List users shows the seeded rows from data/app.db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20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2026-10-27T06:12:43Z</dcterms:created>
  <dcterms:modified xsi:type="dcterms:W3CDTF">2026-10-27T06:12:43Z</dcterms:modified>
</cp:coreProperties>
</file>