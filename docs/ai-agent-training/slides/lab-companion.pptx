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curl is curl.exe there (plain curl is Invoke-WebRequest).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105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run on an empty in-memory database; this step proves the resources also serve the seeded rows. Then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60'</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45'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60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npm run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build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second terminal: the seeded rows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curl.exe "localhost:3000/api/v1/notes?status=done"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lab 01   # the lab check: all green?</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Edit a done note → 422 (R2)</a:t>
            </a:r>
            <a:endParaRPr lang="en-US" sz="1300" dirty="0"/>
          </a:p>
          <a:p>
            <a:pPr indent="0" marL="0">
              <a:buNone/>
            </a:pPr>
            <a:r>
              <a:rPr lang="en-US" sz="1300" dirty="0">
                <a:solidFill>
                  <a:srgbClr val="FFFFFF"/>
                </a:solidFill>
              </a:rPr>
              <a:t>6.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20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app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45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2026-10-27T04:44:25Z</dcterms:created>
  <dcterms:modified xsi:type="dcterms:W3CDTF">2026-10-27T04:44:25Z</dcterms:modified>
</cp:coreProperties>
</file>