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a few minutes. While it runs, walk through docker-compose.yml: db, redis (infra only), migrate (one-shot), app, dev (profile).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helper prints exports only; keep the grep. With a bare eval, compose build-log lines would run as shell commands (measured).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UI binds 127.0.0.1 inside its container. In Docker use the CLI; learners with Node can run the UI on the host with npx.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rotation output contains the NEW secret. Tell learners not to paste it anywhere; redirect it to /dev/null if screens are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Passport · MCP · all in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Everything in Docker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Everything in Docker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 and the toolbox. Everything else in the course runs 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stack and the toolbox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 -a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localhost:3000/api/health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logs 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curl …/api/health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 (read the ledger, not a log line)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app never starts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 if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failed: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The app waits for a successful migration.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Changed package.json?</a:t>
            </a:r>
            <a:endParaRPr lang="en-US" sz="16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install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Dependencies live in the image, not on your host.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67)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drizzle/0003_*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localhost:3000/api/v1/users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'content-type: application/json' -d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'{"email":"me@example.com","name":"Me",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"password":"my long passphrase"}'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localhost:3000/api/v1/auth/me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-u me@example.com:'my long passphrase'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localhost:3000/api/v1/auth/me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change the message for unknown emails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# which test fails?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with -u: HTTP/1.1 200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localhost:3000/api/v1/devices/$DEVICE_ID/credentials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add expiresAt: spec → schema → 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→ migration → rule →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"contains null values"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NOT NULL migration hit existing rows (measured). Hand-edit: nullable → decide → SET NOT NULL.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-i -X POST localhost:3000/mcp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'content-type: application/json'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'accept: application/json, text/event-stream'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"X-Access-Key-Id: $MCP_KEY_ID"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"X-Secret-Key: $MCP_SECRET"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'{"jsonrpc":"2.0","id":1,"method":"initialize",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"params":{"protocolVersion":"2025-06-18",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"capabilities":{},"clientInfo":{"name":"curl","version":"1"}}}'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(compose sets localhost,app).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(through pnpm + compose)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Web UI unreachable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listens on 127.0.0.1 inside the container. Use the CLI, or npx on your host.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capture the chapter 05 initialize (SSE)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same curl again: what changed?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-o /dev/null -w "%{http_code}\n"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-X POST -H 'Host: evil.example'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localhost:3000/mcp       # Host check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Use curl or node:http.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localhost:3000/api/v1/devices/$DEVICE_ID/credentials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the same Inspector command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first call captured, second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 whoami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rotation, same headers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401 → the Inspector reports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auth_required (it expects OAuth)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2026-10-25T14:35:01Z</dcterms:created>
  <dcterms:modified xsi:type="dcterms:W3CDTF">2026-10-25T14:35:01Z</dcterms:modified>
</cp:coreProperties>
</file>