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open .env.example: DATABASE_URL=file:./data/app.db is the whole database. db:migrate creates that file and applies drizzle/; the app never migrates a file database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collection keeps the issued secret in a collection variable for the MCP folders. Remind learners it is a live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half: its exit code is what makes it a CI check. The web UI (previous slide) is for exploring.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image" Target="../media/image-49-7.png"/><Relationship Id="rId8" Type="http://schemas.openxmlformats.org/officeDocument/2006/relationships/image" Target="../media/image-4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Setup: Node, pnpm, SQLite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Setup: Node, pnpm, SQLite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Install, migrate the SQLite file, start the app, run the gate.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install, migrate, start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&amp;&amp; 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    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00 · Setup (lite module 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Health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app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start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application successfully started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Postman: 00 › 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data/app.db exists, ledger rows: 3 (read the ledger, not a log line)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health answers {"status":"ok"}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pnpm: command not found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or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instead of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Port 3000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it. Stop it, or set PORT=3001 in .env and use that port everywhere (Postman baseUrl too).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table: users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file was never migrated: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start again.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69)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requests, then the lab: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message for unknown emails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  # which test fails?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"Me: unknown email" in Postman too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 (Basic auth):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 first,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expiresAt: spec → schema →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migration → rule → tests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"Issue credentials" = a rotation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"Cannot add a NOT NULL column"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migration hit existing rows (measured). Hand-edit: deal with those rows first, as drizzle/0002 does.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SQLITE_CONSTRAINT_TRIGGER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(RESTRICT) or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SQLITE_CONSTRAINT_FOREIGNKEY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(NO ACTION). Map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Re-send folder 04 · Devices.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(default: localhost and 127.0.0.1 only).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UI shows Connected, and whoami returns your device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Postman 05 › initialize: note the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Content-Type and the Body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re-send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revert, rebuild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node:http, curl and Postman send it as written.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MCP_ALLOWED_HOSTS: localhost,&lt;hostname&gt; (measured: 403 without, 200 with).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2026-10-26T08:49:33Z</dcterms:created>
  <dcterms:modified xsi:type="dcterms:W3CDTF">2026-10-26T08:49:33Z</dcterms:modified>
</cp:coreProperties>
</file>