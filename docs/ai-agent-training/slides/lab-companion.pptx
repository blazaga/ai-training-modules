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newman against the Docker stack: 24 requests, 0 failed, on a fresh database and again on a re-run; with a wrong password 17 assertions fail, so the tests can fail. The Inspector CLI (chapters 07 and 09) stays in the terminal on purpose: it is a real MCP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UI binds 127.0.0.1 inside its container. In Docker use the CLI; learners with Node can run the UI on the host with npx.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image" Target="../media/image-47-7.png"/><Relationship Id="rId8" Type="http://schemas.openxmlformats.org/officeDocument/2006/relationships/image" Target="../media/image-4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Postman instead of curl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Stack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Web UI unreachable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listens on 127.0.0.1 inside the container. Use the CLI, or npx on your host.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2026-10-25T23:19:41Z</dcterms:created>
  <dcterms:modified xsi:type="dcterms:W3CDTF">2026-10-25T23:19:41Z</dcterms:modified>
</cp:coreProperties>
</file>