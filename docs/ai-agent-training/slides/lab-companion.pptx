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ships .env.example: the variable names and safe defaults, never a secret. Each learner copies it to .env, which git ignores, so local changes such as a different PORT never get committed. Do it before starting Claude Code, so the agent finds it already in place: npm start, npm run db:migrate and the module 2 server (npm run mcp) read .env, whichever of you runs them. The tests and lab checks deliberately never read it: they use an empty in-memory database, so they cannot touch data/app.db. Without .env the app still serves data/app.db in development, but a changed port has nowhere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(it converted with .overwrite(), a zod 4 check that still runs after the format check failed);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and no .env, verify 44 unit / 49 e2e, lab 01 15/15, then Run all in order: 19 of 19 cards green, no page errors, List users showing the 25 seeded users. With DevTools open the two 409 and three 422 requests show in red as failed loads; that is expected, they are the rule checks. If port 3000 is taken, npm start prints "successfully started" and THEN fails: the last line says the port is in use. Set PORT in .env and use that port in the URL. A missing .env does not matter: in development the app uses data/app.db by default.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builds it, then stops</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Before you start: your local .env</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8B98A5"/>
                </a:solidFill>
                <a:latin typeface="Courier New" pitchFamily="34" charset="0"/>
                <a:ea typeface="Courier New" pitchFamily="34" charset="-122"/>
                <a:cs typeface="Courier New" pitchFamily="34" charset="-120"/>
              </a:rPr>
              <a:t># in boilerplate\nest-ai-starter, BEFORE you start Claude Code</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Copy-Item .env.example .env</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.env = your local settings: PORT, DATABASE_URL</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git ignores it, so it stays on your machine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 app reads it on start: you and your agent</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run it with the same settings (tests never do)</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port 3000 taken? change PORT in .env</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steps/01-set-up.md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&gt; Read steps/01-set-up.md and do what it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steps/01-set-up.md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 Then 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steps/02-users.md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&gt; Read steps/02-users.md and do what it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steps/02-users.md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 Then</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steps/03-notes.md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steps/03-notes.md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steps/03-notes.md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 Then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100" dirty="0">
                <a:solidFill>
                  <a:srgbClr val="8B98A5"/>
                </a:solidFill>
                <a:latin typeface="Courier New" pitchFamily="34" charset="0"/>
                <a:ea typeface="Courier New" pitchFamily="34" charset="-122"/>
                <a:cs typeface="Courier New" pitchFamily="34" charset="-120"/>
              </a:rPr>
              <a:t># 1. the tests first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verify       # read both Tests lines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lab 01       # the lab check: all green?</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2. then the app on the seeded data</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(port taken? the last line says so: PORT= in .env)</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build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start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and click Run all in order</a:t>
            </a:r>
            <a:endParaRPr lang="en-US" sz="11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19 of 19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Red in DevTools for those: expected</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25 seeded users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no MCP server yet, lab 02 still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An .overwrite() still runs after the date check failed and throws. Use .transform(), or guard first; the scaffold skill lists it.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steps/04-mcp-server.md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steps/04-mcp-server.md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steps/04-mcp-server.md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 Then stop and wait for my next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and is waiting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2026-10-27T07:14:47Z</dcterms:created>
  <dcterms:modified xsi:type="dcterms:W3CDTF">2026-10-27T07:14:47Z</dcterms:modified>
</cp:coreProperties>
</file>