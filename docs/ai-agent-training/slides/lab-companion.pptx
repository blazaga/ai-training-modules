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ESTIMATES. Nobody has run these labs with an audience yet. Adjust after the first session. Chapter 10 works well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build takes a few minutes. While it runs, walk through docker-compose.yml: db, redis (infra only), migrate (one-shot), app, dev (profile).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the final starter. If a learner sees fewer tests, they are on an older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should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mutation step is the point: a rule nobody has tried deleting is a rule nobody has proven is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revert. `git show 8e46c2097` is the hand-written middleware version, worth reading next to the Passport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collection keeps the issued secret in a collection variable for the MCP folders. Remind learners it is a live credential.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runs in its own container and is published on loopback only (127.0.0.1:6274). Its URL carries an API token: a credential. The three example servers in its list can be ignored. Secret values: the helper prints them; never paste them anywhere but the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the scriptable half: its exit code is what makes it a CI check. The web UI (previous slide) is for exploring.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5 comes from the tool's own isError, not from the absence of a crash. That is why it is safe to rely 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Revert enableJsonResponse afterwards. Ask why the e2e Host test uses node:http and not fetch.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image" Target="../media/image-49-7.png"/><Relationship Id="rId8" Type="http://schemas.openxmlformats.org/officeDocument/2006/relationships/image" Target="../media/image-4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NestJS 12 · drizzle · Passport · MCP · all in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04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04,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Everything in Docker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CLI and templates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Users with drizzle and zod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Auth: middleware, then Passport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Devices and ownership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MCP: envelopes and transports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9776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10'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controller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Using the MCP Inspector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stdio → Streamable HTTP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 auth with device keys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Capstone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60'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Everything in Docker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 and the toolbox. Everything else in the course runs here.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stack and the toolbox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00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ps -a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00 · Stack (lite module 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Health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up, gate green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(abridged)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logs 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Postman: 00 › 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 (read the ledger, not a log line)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Tests lines AND both "Test Files … passed"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00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app never starts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 if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failed: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The app waits for a successful migration.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Changed package.json?</a:t>
            </a:r>
            <a:endParaRPr lang="en-US" sz="16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install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then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build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Dependencies live in the image, not on your host.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CLI and templates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write specs/orders.md (copy specs/notes.md)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# your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your agent fills every AI-FILL marker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from specs/orders.md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markers to zero, rules pinned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captured: after the template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expected: after your agent filled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N passed  (N &gt; 67)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each service rule once: exactly one test goes red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verify green, counts read 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PATCH wiped my fields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Keep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patchSchema()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: zod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.partial()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re-applies defaults (measured on zod 4.4.3 and 4.6.7).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Users with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Auth: middleware, then Passport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 and see which test catches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see the 401, then break it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--grep 'course(ch03'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requests, then the lab: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message for unknown emails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  # which test fails?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"Me: unknown email" in Postman too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03   # green now; break it, see red, revert</a:t>
            </a:r>
            <a:endParaRPr lang="en-US" sz="10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wrong password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Me (Basic auth)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 for every failure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values from the code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{"statusCode":401,"error":"Unauthorized",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"message":"Invalid credentials"}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 (Basic auth): 200 OK, no 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03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rule fail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the bodies must be identical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reverted; verify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Password with a colon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Not with our parser. passport-http truncates at the 2nd colon (measured). Do not swap it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Devices and ownership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Issue, rotate and inspect device credentials; then add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expiresAt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credentials, rotation, ownership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 first,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expiresAt: spec → schema →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→ migration → rule → tests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"Issue credentials" = a rotation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04   # the lab check: all green?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secret appears once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expected (asserted by e2e)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"accessKeyId":"AKID…",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"secretLast4":"…"     (no secret, no hash)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(rotation)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   (shown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accessKeyId, new secretLast4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04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 expired secret fails verifyAccessKey (unit test)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 still holds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"contains null values"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NOT NULL migration hit existing rows (measured). Hand-edit: nullable → decide → SET NOT NULL.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Another user's device is 404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404, not 403, so ids cannot be probed.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MCP: envelopes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Send a raw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read the JSON-RPC and SSE framing.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inside SSE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"protocolVersion":"2025-06-18",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"serverInfo":{"name":"nest-ai-starter",…}},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named request / response / notification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Unauthorized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Re-send folder 04 · Devices.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403 Invalid Host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called the app by a name not in MCP_ALLOWED_HOSTS (compose sets localhost,app).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Plain JSON, no SSE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enableJsonResponse is true: the DEFAULT of @rekog/mcp-nest 2.0.8. Ours sets false.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controller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rule holds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tools/list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create-note, get-note, list-notes,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publish-note, whoami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test: publishing an empty note → isError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RAW stdout test still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Old behaviour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e2e setup rebuilds dist/ and fails on a stale one. Never test yesterday's build.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Using the MCP Inspector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 with its exit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UI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inspector up -d inspector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inspector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localhost:6274 URL it prints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values for the two headers: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"$MCP_KEY_ID"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"$MCP_SECRET"</a:t>
            </a:r>
            <a:endParaRPr lang="en-US" sz="1200" dirty="0"/>
          </a:p>
        </p:txBody>
      </p:sp>
      <p:sp>
        <p:nvSpPr>
          <p:cNvPr id="9" name="inspector-ui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6D4AE8"/>
          </a:solidFill>
          <a:ln w="12700">
            <a:solidFill>
              <a:srgbClr val="6D4A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the Inspector UI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Add Servers → + Add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streamable-http · http://app:3000/mcp → Add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Settings → Custom Headers → + Add Header, twice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X-Access-Key-Id and X-Secret-Key, then close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Switch the card on: Connected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Tools → whoami → Execute Tool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as a CI check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 tool error is exit 5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(through pnpm + compose)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UI shows Connected, and whoami returns your device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know why this exit code is a SOUND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07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UI says Failed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Wrong or missing device headers. The 401 makes the Inspector try OAuth (404s in Network). Check Settings → Custom Headers.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stdio → Streamable HTTP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what goes over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JSON vs SSE on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08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Postman 05 › initialize: note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Content-Type and the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src/bootstrap/attach-mcp.ts: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enableJsonResponse: 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re-send initialize: what changed?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revert, rebuild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08   # green now; break it, see red, revert</a:t>
            </a:r>
            <a:endParaRPr lang="en-US" sz="10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same message,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before captured, after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false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{"result":…}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responses captured and compared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fetch cannot test Host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08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Host test without credentials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get 401, not 403: device auth runs first. Send the device headers too.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fetch Host test passes 200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fetch silently replaces Host (measured). node:http, curl and Postman send it as written.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 auth with device keys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secret mid-session and watch the next call fail.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09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09   # green now; break it, see red, revert</a:t>
            </a:r>
            <a:endParaRPr lang="en-US" sz="10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09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10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Device-scoped notes through every layer, with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Capstone: hand in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2026-10-26T01:39:59Z</dcterms:created>
  <dcterms:modified xsi:type="dcterms:W3CDTF">2026-10-26T01:39:59Z</dcterms:modified>
</cp:coreProperties>
</file>