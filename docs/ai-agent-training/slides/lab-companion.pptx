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deck on screen during lab work. Each chapter has: a divider (goal + time), RUN THIS (commands), CHECKPOINT (what correct looks like) and IF YOU ARE STUCK (snags we actually hit). The full explanations are in the chapter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repeatable work belongs to tools; judgement belongs to the agent, fenced into markers. If a learner hand-edits generated code, steer them back to the template or the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PowerShell has no alias for multi-word commands: function dev { docker compose run --rm dev @args }. Not tested here; Linux, macOS and WSL shells were the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Times are ESTIMATES. Nobody has run these labs with an audience yet. Adjust after the first session. Chapter 10 works well as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build takes a few minutes. While it runs, walk through docker-compose.yml: db, redis (infra only), migrate (one-shot), app, dev (profile).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Counts are from the final starter. If a learner sees fewer tests, they are on an older commit.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should give their agent the spec and the skill name (nest-resource-scaffold), not ad-hoc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mutation step is the point: a rule nobody has tried deleting is a rule nobody has proven is 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learners read the generated SQL out loud. A nullable ADD COLUMN is safe on populated tables; NOT NULL is not (chapter 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revert. `git show 8e46c2097` is the hand-written middleware version, worth reading next to the Passport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helper prints exports only; keep the grep. With a bare eval, compose build-log lines would run as shell commands (measured).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ask: which id answers which request? Where is the SSE framing? What would a tool error look like vs a protocol error?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Then: dev pnpm verify. The stdio e2e test pins the EXACT tool list, so it fails until they update it deliberately. That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web UI binds 127.0.0.1 inside its container. In Docker use the CLI; learners with Node can run the UI on the host with npx.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5 comes from the tool's own isError, not from the absence of a crash. That is why it is safe to rely on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Revert enableJsonResponse afterwards. Ask why the e2e Host test uses node:http and not fetch.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rotation output contains the NEW secret. Tell learners not to paste it anywhere; redirect it to /dev/null if screens are shared.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treats any 401 as an OAuth challenge. Device keys suit header-configured machine clients; the OAuth path is @rekog/mcp-nest-auth (not built in this course).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Distinction: a false statement found in a comment, skill, spec or this course, measured and corrected. Rework: "tests pass" without counts, or any credential in an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each learner for one false statement they found in a tool, a doc or this course, and how they measured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4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image" Target="../media/image-46-6.png"/><Relationship Id="rId7" Type="http://schemas.openxmlformats.org/officeDocument/2006/relationships/image" Target="../media/image-46-7.png"/><Relationship Id="rId8" Type="http://schemas.openxmlformats.org/officeDocument/2006/relationships/image" Target="../media/image-46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Building Apps with AI Agents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B68A"/>
                </a:solidFill>
              </a:rPr>
              <a:t>Lab companion · NestJS 12 · drizzle · Passport · MCP · all in Docker</a:t>
            </a:r>
            <a:endParaRPr lang="en-US" sz="1800" dirty="0"/>
          </a:p>
        </p:txBody>
      </p:sp>
      <p:sp>
        <p:nvSpPr>
          <p:cNvPr id="4" name="terminal"/>
          <p:cNvSpPr/>
          <p:nvPr/>
        </p:nvSpPr>
        <p:spPr>
          <a:xfrm>
            <a:off x="548640" y="37033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83133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83133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83133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8" name="terminal-text"/>
          <p:cNvSpPr txBox="1"/>
          <p:nvPr/>
        </p:nvSpPr>
        <p:spPr>
          <a:xfrm>
            <a:off x="777240" y="4087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run --rm dev pnpm verify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How every lab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96" y="162763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Spec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specs/&lt;name&gt;.md: fields, rules,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468880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6888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27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Generate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nest-cli: structure + wiring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151376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51376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162763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Template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822192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house conventions, identical every time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33872" y="1325880"/>
            <a:ext cx="822960" cy="82296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33872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162763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Fill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504688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agent, ONLY inside AI-FILL markers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516368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1636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Text 19"/>
          <p:cNvSpPr txBox="1"/>
          <p:nvPr/>
        </p:nvSpPr>
        <p:spPr>
          <a:xfrm>
            <a:off x="7187184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Verify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187184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pnpm verify: read the counts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Repeatable work → tools.  Judgement → the agent, fenced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Three rules for the 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dev = the toolbox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alias dev='docker compose run --rm dev'. Every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in the course becomes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X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Counts, not exit codes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Read "Tests N passed" AND "Test Files": a failed beforeAll shows 0 failures in the Tests line and exit 1.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Never share a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Device secrets, Basic credentials and Inspector URLs (they carry a token) stay in your terminal.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The track (draft lab times)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Everything in Docker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CLI and templates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Users with drizzle and zod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84378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437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Auth: middleware, then Passport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84378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410712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41071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Devices and ownership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34107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397764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MCP: envelopes and transports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397764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10'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6344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0060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Your first MCP controller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Using the MCP Inspector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66344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0060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stdio → Streamable HTTP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663440" y="2843784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00600" y="284378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 auth with device keys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284378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15'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663440" y="3410712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41071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Capstone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0" y="341071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60'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00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Everything in Docker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Start the stack and the toolbox. Everything else in the course runs here.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the stack and the toolbox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00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boilerplate/nest-ai-starter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ps -a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localhost:3000/api/health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dev='docker compose run --rm dev'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stack up, gate green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(abridged)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docker compose ps -a  (STATUS)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      Up … (healthy)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migrate   Exited (0)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docker compose logs migrate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curl …/api/health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{"status":"ok"}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dev pnpm verify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67 passed (67)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61 passed (61)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app healthy, migrate exited 0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3 (read the ledger, not a log line)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Tests lines AND both "Test Files … passed"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00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port is already in 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Something local owns 5432, 6379 or 3000. Stop it, or change the LEFT side of that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ports: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entry.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app never starts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 if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migrate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failed: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The app waits for a successful migration.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Changed package.json?</a:t>
            </a:r>
            <a:endParaRPr lang="en-US" sz="16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install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then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build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Dependencies live in the image, not on your host.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CLI and templates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an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resource: generate → template → fill → verify.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an orders resource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01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write specs/orders.md (copy specs/notes.md)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exec nest g resource orders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--type rest --crud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resource:template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order --plural 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check:ai-fill      # your to-do 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your agent fills every AI-FILL marker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from specs/orders.md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markers to zero, rules pinned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captured: after the template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written: 11;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 to complete: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expected: after your agent filled them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markers: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N passed  (N &gt; 67)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check:ai-fill prints 0 markers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delete each service rule once: exactly one test goes red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verify green, counts read aloud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01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"Run step 1 first"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template script refuses before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g resource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and refuses a second run. Never use --force after filling.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PATCH wiped my fields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Keep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patchSchema()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: zod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.partial()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re-applies defaults (measured on zod 4.4.3 and 4.6.7).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Unit green, e2e 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Validation, defaults and status codes live at the HTTP boundary. Only e2e sees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Users with drizzle and zod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column and watch the migration checks work for you.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phone column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02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specs/users.md: phone (optional, E.164)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user.schema.ts + users.table.ts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FAILS: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db:generate        # READ the 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check:migrations   # clean now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logs migrate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drift caught, ledger grows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messages, expected count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before db:generate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check-migrations: DRIFT - tables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changed without a migration.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db:generate (captured format)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[✓] Your SQL migration file 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drizzle/0003_….sql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up -d --build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check:migrations failed BEFORE generating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read the SQL in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drizzle/0003_*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4; phone appears in responses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02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All tests pass, check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Correct: tests run on the MIGRATION SQL (PGlite), not your TypeScript table. Generate the migration.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Drift test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zod schema and the table must declare exactly the same fields, with the same TS names.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generated SQL says NOT NULL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fails on populated tables (measured). Use nullable, then backfill, then SET NOT NULL.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Auth: middleware, then Passport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Break the "one identical 401" rule on purpose and see which test catches it.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see the 401, then break it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03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log --oneline --grep 'course(ch03'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localhost:3000/api/v1/users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'content-type: application/json' -d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'{"email":"me@example.com","name":"Me",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"password":"my long passphrase"}'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-i localhost:3000/api/v1/auth/me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-i -u me@example.com:'my long passphrase'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localhost:3000/api/v1/auth/me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lab: change the message for unknown emails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test:e2e     # which test fails?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one 401 for every failure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values from the code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HTTP/1.1 401 Unauthorized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WWW-Authenticate: Basic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realm="nest-ai-starter", charset="UTF-8"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{"statusCode":401,"error":"Unauthorized",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"message":"Invalid credentials"}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with -u: HTTP/1.1 200 OK, no password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change, e2e reports: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every failure is the SAME 401 …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saw the test that pins the rule fail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can say why the bodies must be identical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reverted; verify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03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"2 passed | 30 skipped", exit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beforeAll threw (e.g. sign-up lost @Public()). The failure is on the Test Files line.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new route answers 401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Secure by default: the guard is global. Add @Public() only on purpose.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Password with a colon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Not with our parser. passport-http truncates at the 2nd colon (measured). Do not swap it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Devices and ownership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Issue, rotate and inspect device credentials; then add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expiresAt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credentials, rotation, ownership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04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"$(docker compose run --rm -T dev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scripts/demo-device.mjs | grep '^export ')"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-H "Authorization: $DEMO_BASIC"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localhost:3000/api/v1/devices/$DEVICE_ID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-X POST -H "Authorization: $DEMO_BASIC"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localhost:3000/api/v1/devices/$DEVICE_ID/credentials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lab: add expiresAt: spec → schema → table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→ migration → rule → tests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the secret appears once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expected (asserted by e2e)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device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"status":"active",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"accessKeyId":"AKID…",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"secretLast4":"…"     (no secret, no hash)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 …/credentials (rotation)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"secret":"dsk_…"      (shown ONCE)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accessKeyId, new secretLast4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no response but /credentials ever shows a secret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 expired secret fails verifyAccessKey (unit test)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another user's device → 404 still holds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04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"contains null values"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NOT NULL migration hit existing rows (measured). Hand-edit: nullable → decide → SET NOT NULL.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Deleting a user gives a 500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Blocked FK deletes report 23001 (RESTRICT) or 23503 (NO ACTION). The adapter maps both to 409.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Another user's device is 404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404, not 403, so ids cannot be probed.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MCP: envelopes and transports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Send a raw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read the JSON-RPC and SSE framing.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 raw MCP initialize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05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"$(docker compose run --rm -T dev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scripts/demo-device.mjs | grep '^export ')"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-i -X POST localhost:3000/mcp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'content-type: application/json'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'accept: application/json, text/event-stream'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"X-Access-Key-Id: $MCP_KEY_ID"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"X-Secret-Key: $MCP_SECRET"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-d '{"jsonrpc":"2.0","id":1,"method":"initialize",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"params":{"protocolVersion":"2025-06-18",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"capabilities":{},"clientInfo":{"name":"curl","version":"1"}}}'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JSON-RPC inside SSE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"protocolVersion":"2025-06-18", 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"serverInfo":{"name":"nest-ai-starter",…}},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"jsonrpc":"2.0","id":1}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matched the response id to the 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named request / response / notification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tool error (isError) vs protocol error (error)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05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401 Unauthorized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Missing headers, a draft or archived device, or a rotated secret: one 401 for all. Re-run the helper.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403 Invalid Host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 called the app by a name not in MCP_ALLOWED_HOSTS (compose sets localhost,app).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Plain JSON, no SSE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enableJsonResponse is true: the DEFAULT of @rekog/mcp-nest 2.0.8. Ours sets false.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Your first MCP controller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tool and pin it with tests.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publish-note tool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06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src/mcp/notes.tools.ts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'publish-note',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'Publish a note. A published note needs a non-empty body.',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parameters: z.object({ id: z.string().uuid()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publishNote(@Payload() { id }: { id: string }): Promise&lt;ToolResult&gt;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runTool(() =&gt; this.notes.update(id, { status: 'published' }));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the rule holds over MCP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publish-note on a note with no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{"content":[{"type":"text","text":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"RULE_VIOLATION: A published note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needs a non-empty body"}],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"isError":true}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tools/list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create-note, get-note, list-notes,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publish-note, whoami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stdio e2e tool list updated on purpose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test: publishing an empty note → isError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RAW stdout test still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06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console.log "for debugging"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goes into the protocol stream. The SDK client ignores it, so only the RAW stdout test fails.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Old behaviour in tests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e2e setup rebuilds dist/ and fails on a stale one. Never test yesterday's build.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crash instead of isError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Wrap tool bodies in runTool(): DomainError → tool error the model can read.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Using the MCP Inspector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Turn an Inspector call into a CI check with its exit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the Inspector as a CI check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07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mcp:inspect:cli --method tools/list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pnpm mcp:inspect:cli --method tools/call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--tool-name get-note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--tool-arg id=00000000-0000-4000-8000-000000000000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"exit: $?"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a tool error is exit 5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(through pnpm + compose)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"content": [ { "type": "text",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"NOT_FOUND: Note … not found" }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"isError": true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 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script that FAILS when create-note accepts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{title:'x', status:'published'}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know why this exit code is a SOUND signal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07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No such file dist/mcp-stdio.js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Build first: dev pnpm build.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Web UI unreachable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listens on 127.0.0.1 inside the container. Use the CLI, or npx on your host.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Sharing the UI URL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Don't: it carries MCP_INSPECTOR_API_TOKEN, which is a credential.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08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stdio → Streamable HTTP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Flip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enableJsonResponse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compare what goes over the wire.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JSON vs SSE on the wire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08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capture the chapter 05 initialize (SSE)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src/bootstrap/attach-mcp.ts: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enableJsonResponse: true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 app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same curl again: what changed?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-o /dev/null -w "%{http_code}\n"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-X POST -H 'Host: evil.example'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localhost:3000/mcp       # Host check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same message, two framings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before captured, after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false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{"result":…}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true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{"result":…}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responses captured and compared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can say why fetch cannot test Host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MCP_ALLOWED_HOSTS explained in one sentence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08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Host test without credentials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 get 401, not 403: device auth runs first. Send the device headers too.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fetch Host test passes 200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fetch silently replaces Host (measured). Use curl or node:http.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Called by service name: 403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Add that name to MCP_ALLOWED_HOSTS (reproduced in Docker).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09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MCP auth with device keys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Rotate a secret mid-session and watch the next call fail.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rotate mid-session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09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"$(docker compose run --rm -T dev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scripts/demo-device.mjs | grep '^export ')"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 npx -y @modelcontextprotocol/inspector@2.12.0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--cli http://app:3000/mcp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--method tools/call --tool-name whoami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"X-Access-Key-Id: $MCP_KEY_ID"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"X-Secret-Key: $MCP_SECRET"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-X POST -H "Authorization: $DEMO_BASIC"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localhost:3000/api/v1/devices/$DEVICE_ID/credentials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 the same Inspector command again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rotation bites immediately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first call captured, second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first whoami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"device": { … "status": "active" …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"owner":  { … "email": "demo@example.com"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rotation, same headers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 401 → the Inspector reports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auth_required (it expects OAuth)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old secret failed on the NEXT call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6060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6905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569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7 failure modes → one 401, explained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5661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6506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5295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why stdio whoami is a tool error (local trust)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chapter 09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Inspector says auth_required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IS your 401. Check the headers, or re-run the helper for a fresh device.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whoami over stdio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stdio trusts the local user; there is no device identity.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Auth seems bypassed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middleware must be registered BEFORE the transport mounts (measured: after = bypassed).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CHAPTER 10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Capstone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Device-scoped notes through every layer, with evidence.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60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Capstone: hand in evidence, not claims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318931"/>
            <a:ext cx="215067" cy="215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1.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spec diff + every open question you raised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1" y="2160179"/>
            <a:ext cx="215067" cy="2150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2.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plan with a verify line per task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3001427"/>
            <a:ext cx="215067" cy="21506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3.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migration SQL, and what you hand-edited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3842675"/>
            <a:ext cx="215067" cy="21506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4.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unit + e2e counts; owner-check mutation result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931" y="1318931"/>
            <a:ext cx="215067" cy="21506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5.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my-notes e2e: two devices of two users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66344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7931" y="2160179"/>
            <a:ext cx="215067" cy="21506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6.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pnpm verify: every line, incl. Test Files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466344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7931" y="3001427"/>
            <a:ext cx="215067" cy="21506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6636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7.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capture with headers (secret redacted)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66344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7931" y="3842675"/>
            <a:ext cx="215067" cy="215067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6636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8.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WORKLOG entry, with any corrections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What you built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Docker stack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85416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85416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+ drizzle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22192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58968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58968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1FB68A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Next: OAuth for interactive MCP clients (@rekog/mcp-nest-auth) · Redis-backed rate limits · deploy with MCP_ALLOWED_HOSTS set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Companion">
  <a:themeElements>
    <a:clrScheme name="Lab Companion">
      <a:dk1>
        <a:srgbClr val="1B1F24"/>
      </a:dk1>
      <a:lt1>
        <a:srgbClr val="FFFFFF"/>
      </a:lt1>
      <a:dk2>
        <a:srgbClr val="2B3440"/>
      </a:dk2>
      <a:lt2>
        <a:srgbClr val="F1F5F9"/>
      </a:lt2>
      <a:accent1>
        <a:srgbClr val="1FB68A"/>
      </a:accent1>
      <a:accent2>
        <a:srgbClr val="E69A28"/>
      </a:accent2>
      <a:accent3>
        <a:srgbClr val="7C5CFF"/>
      </a:accent3>
      <a:accent4>
        <a:srgbClr val="E5484D"/>
      </a:accent4>
      <a:accent5>
        <a:srgbClr val="0F766E"/>
      </a:accent5>
      <a:accent6>
        <a:srgbClr val="94A3B8"/>
      </a:accent6>
      <a:hlink>
        <a:srgbClr val="0F766E"/>
      </a:hlink>
      <a:folHlink>
        <a:srgbClr val="7C5CFF"/>
      </a:folHlink>
    </a:clrScheme>
    <a:fontScheme name="Lab Compan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companion: Building Apps with AI Agents</dc:title>
  <dc:subject>PptxGenJS Presentation</dc:subject>
  <dc:creator>edu-training</dc:creator>
  <cp:lastModifiedBy>edu-training</cp:lastModifiedBy>
  <cp:revision>1</cp:revision>
  <dcterms:created xsi:type="dcterms:W3CDTF">2026-10-25T14:40:16Z</dcterms:created>
  <dcterms:modified xsi:type="dcterms:W3CDTF">2026-10-25T14:40:16Z</dcterms:modified>
</cp:coreProperties>
</file>