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(it converted with .overwrite(), a zod 4 check that still runs after the format check failed);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steps/01-set-up.md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&gt; Read steps/01-set-up.md and do what it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steps/01-set-up.md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 Then 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copies .env.example to .env (git ignores it)</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5 e2e, a red lab 01</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steps/02-users.md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&gt; Read steps/02-users.md and do what it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steps/02-users.md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 Then</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steps/03-notes.md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steps/03-notes.md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steps/03-notes.md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Then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An .overwrite() still runs after the date check failed and throws. Use .transform(), or guard first; the scaffold skill lists it.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steps/04-mcp-server.md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steps/04-mcp-server.md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steps/04-mcp-server.md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2026-10-27T07:28:38Z</dcterms:created>
  <dcterms:modified xsi:type="dcterms:W3CDTF">2026-10-27T07:28:38Z</dcterms:modified>
</cp:coreProperties>
</file>