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(it converted with .overwrite(), a zod 4 check that still runs after the format check failed);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open the playground: the app has been running since step 01, and the agent rebuilds and restarts it after each step that adds routes (the starter CLAUDE.md says so). If it is not running, npm run build then npm start. The playground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Chromium at 1280x720 against the module 1 build after Run all in order: 36 of 36 cards green, all five ids carried, no page errors. Every card names the lab 01 test it reproduces, and npm run playground:check sends the same requests from a terminal against the running app (steps 02 and 03 end with it). A 404 from a route that does not exist (Cannot GET) is always red: the module is not built, or the app was not restarted after building it. With DevTools open the rule checks (409, 422) show as red failed loads: expected. To get the data back: stop the app, npm run db:seed, start it again (reseeding under a running app breaks its next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agent connects it with node scripts/claude-desktop-config.mjs --install, which backs the config file up, keeps every other server in it and adds only notes-db; it refuses a file it cannot parse. The one step the agent cannot do is the restart: each learner quits Claude Desktop completely (not just the window; on Windows also from the tray) and reopens it.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stop the app and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request mirrors a lab 01 check;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To restore it: stop the app,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start it again.</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steps/01-set-up.md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steps/01-set-up.md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steps/01-set-up.md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Set this project up on this machine: install it, and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create your local .env by copying .env.example (on Windows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PowerShell: Copy-Item .env.example .env). Then prove it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works: counts, not "it works" (lab 01 is red until module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1 is built: that is expected). Once npm run verify passes,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start the app, leave it running, and open the playground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 my browser (http://localhost:3000/playground, or my</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port; on Windows start &lt;url&gt;) so I can review it. Then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show me what is in the database. Then stop and wait for my</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706624"/>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770998"/>
            <a:ext cx="163860" cy="163860"/>
          </a:xfrm>
          <a:prstGeom prst="rect">
            <a:avLst/>
          </a:prstGeom>
        </p:spPr>
      </p:pic>
      <p:sp>
        <p:nvSpPr>
          <p:cNvPr id="17" name="Text 13"/>
          <p:cNvSpPr txBox="1"/>
          <p:nvPr/>
        </p:nvSpPr>
        <p:spPr>
          <a:xfrm>
            <a:off x="6309360" y="2670048"/>
            <a:ext cx="2377440" cy="566928"/>
          </a:xfrm>
          <a:prstGeom prst="rect">
            <a:avLst/>
          </a:prstGeom>
          <a:noFill/>
          <a:ln/>
        </p:spPr>
        <p:txBody>
          <a:bodyPr wrap="square" lIns="0" tIns="0" rIns="0" bIns="0" rtlCol="0" anchor="t"/>
          <a:lstStyle/>
          <a:p>
            <a:pPr indent="0" marL="0">
              <a:buNone/>
            </a:pPr>
            <a:r>
              <a:rPr lang="en-US" sz="1200" dirty="0">
                <a:solidFill>
                  <a:srgbClr val="1B1F24"/>
                </a:solidFill>
              </a:rPr>
              <a:t>copies .env.example to .env (git ignores it)</a:t>
            </a:r>
            <a:endParaRPr lang="en-US" sz="1200" dirty="0"/>
          </a:p>
        </p:txBody>
      </p:sp>
      <p:sp>
        <p:nvSpPr>
          <p:cNvPr id="18" name="Shape 14"/>
          <p:cNvSpPr/>
          <p:nvPr/>
        </p:nvSpPr>
        <p:spPr>
          <a:xfrm>
            <a:off x="5897880" y="3182112"/>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246486"/>
            <a:ext cx="163860" cy="163860"/>
          </a:xfrm>
          <a:prstGeom prst="rect">
            <a:avLst/>
          </a:prstGeom>
        </p:spPr>
      </p:pic>
      <p:sp>
        <p:nvSpPr>
          <p:cNvPr id="20" name="Text 15"/>
          <p:cNvSpPr txBox="1"/>
          <p:nvPr/>
        </p:nvSpPr>
        <p:spPr>
          <a:xfrm>
            <a:off x="6309360" y="3145536"/>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6 e2e, a red lab 01</a:t>
            </a:r>
            <a:endParaRPr lang="en-US" sz="1200" dirty="0"/>
          </a:p>
        </p:txBody>
      </p:sp>
      <p:sp>
        <p:nvSpPr>
          <p:cNvPr id="21" name="Shape 16"/>
          <p:cNvSpPr/>
          <p:nvPr/>
        </p:nvSpPr>
        <p:spPr>
          <a:xfrm>
            <a:off x="5897880" y="3657600"/>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3721974"/>
            <a:ext cx="163860" cy="163860"/>
          </a:xfrm>
          <a:prstGeom prst="rect">
            <a:avLst/>
          </a:prstGeom>
        </p:spPr>
      </p:pic>
      <p:sp>
        <p:nvSpPr>
          <p:cNvPr id="23" name="Text 17"/>
          <p:cNvSpPr txBox="1"/>
          <p:nvPr/>
        </p:nvSpPr>
        <p:spPr>
          <a:xfrm>
            <a:off x="6309360" y="3621024"/>
            <a:ext cx="2377440" cy="566928"/>
          </a:xfrm>
          <a:prstGeom prst="rect">
            <a:avLst/>
          </a:prstGeom>
          <a:noFill/>
          <a:ln/>
        </p:spPr>
        <p:txBody>
          <a:bodyPr wrap="square" lIns="0" tIns="0" rIns="0" bIns="0" rtlCol="0" anchor="t"/>
          <a:lstStyle/>
          <a:p>
            <a:pPr indent="0" marL="0">
              <a:buNone/>
            </a:pPr>
            <a:r>
              <a:rPr lang="en-US" sz="1200" dirty="0">
                <a:solidFill>
                  <a:srgbClr val="1B1F24"/>
                </a:solidFill>
              </a:rPr>
              <a:t>leaves the app running, opens the playground</a:t>
            </a:r>
            <a:endParaRPr lang="en-US" sz="1200" dirty="0"/>
          </a:p>
        </p:txBody>
      </p:sp>
      <p:sp>
        <p:nvSpPr>
          <p:cNvPr id="24" name="Shape 18"/>
          <p:cNvSpPr/>
          <p:nvPr/>
        </p:nvSpPr>
        <p:spPr>
          <a:xfrm>
            <a:off x="5897880" y="4133088"/>
            <a:ext cx="292608" cy="292608"/>
          </a:xfrm>
          <a:prstGeom prst="ellipse">
            <a:avLst/>
          </a:prstGeom>
          <a:solidFill>
            <a:srgbClr val="1FB68A"/>
          </a:solidFill>
          <a:ln w="12700">
            <a:solidFill>
              <a:srgbClr val="1FB68A"/>
            </a:solidFill>
            <a:prstDash val="solid"/>
          </a:ln>
        </p:spPr>
      </p:sp>
      <p:pic>
        <p:nvPicPr>
          <p:cNvPr id="25" name="Image 4" descr="preencoded.png">    </p:cNvPr>
          <p:cNvPicPr>
            <a:picLocks noChangeAspect="1"/>
          </p:cNvPicPr>
          <p:nvPr/>
        </p:nvPicPr>
        <p:blipFill>
          <a:blip r:embed="rId5"/>
          <a:stretch>
            <a:fillRect/>
          </a:stretch>
        </p:blipFill>
        <p:spPr>
          <a:xfrm>
            <a:off x="5962254" y="4197462"/>
            <a:ext cx="163860" cy="163860"/>
          </a:xfrm>
          <a:prstGeom prst="rect">
            <a:avLst/>
          </a:prstGeom>
        </p:spPr>
      </p:pic>
      <p:sp>
        <p:nvSpPr>
          <p:cNvPr id="26" name="Text 19"/>
          <p:cNvSpPr txBox="1"/>
          <p:nvPr/>
        </p:nvSpPr>
        <p:spPr>
          <a:xfrm>
            <a:off x="6309360" y="4096512"/>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steps/02-users.md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steps/02-users.md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steps/02-users.md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specs/users.md. Done when npm run verify is green and,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with the app rebuilt and restarted, npm run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playground:check -- users passes against it (the same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requests as the playground page). Then open the playground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 my browser so I can review it. Then stop and wait for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steps/03-notes.md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steps/03-notes.md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steps/03-notes.md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and, with</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the app rebuilt and restarted, npm run playground:check</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passes against it (every request of the playground page).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Then open the playground in my browser so I can review it.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Then 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1. the tests first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2. the app is still running from step 01: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your agent restarts it after each build</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(not running? npm run build, then 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and click Run all in order</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Create user</a:t>
            </a:r>
            <a:endParaRPr lang="en-US" sz="1300" dirty="0"/>
          </a:p>
          <a:p>
            <a:pPr indent="0" marL="0">
              <a:buNone/>
            </a:pPr>
            <a:r>
              <a:rPr lang="en-US" sz="1300" dirty="0">
                <a:solidFill>
                  <a:srgbClr val="FFFFFF"/>
                </a:solidFill>
              </a:rPr>
              <a:t>3. List users (seeded)</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36 of 36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Each card names its lab 01 check</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Not built or not restarted: ✗ "no such route"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6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50 passed (50)</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An .overwrite() still runs after the date check failed and throws. Use .transform(), or guard first; the scaffold skill lists it.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steps/04-mcp-server.md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steps/04-mcp-server.md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steps/04-mcp-server.md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connect it to my Claude Desktop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(keep any MCP servers I already have there), tell me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quit and reopen Claude Desktop so it picks the server up,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and give me one question I could ask it and one change 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25496"/>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89870"/>
            <a:ext cx="163860" cy="163860"/>
          </a:xfrm>
          <a:prstGeom prst="rect">
            <a:avLst/>
          </a:prstGeom>
        </p:spPr>
      </p:pic>
      <p:sp>
        <p:nvSpPr>
          <p:cNvPr id="17" name="Text 13"/>
          <p:cNvSpPr txBox="1"/>
          <p:nvPr/>
        </p:nvSpPr>
        <p:spPr>
          <a:xfrm>
            <a:off x="6309360" y="2788920"/>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19856"/>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484230"/>
            <a:ext cx="163860" cy="163860"/>
          </a:xfrm>
          <a:prstGeom prst="rect">
            <a:avLst/>
          </a:prstGeom>
        </p:spPr>
      </p:pic>
      <p:sp>
        <p:nvSpPr>
          <p:cNvPr id="20" name="Text 15"/>
          <p:cNvSpPr txBox="1"/>
          <p:nvPr/>
        </p:nvSpPr>
        <p:spPr>
          <a:xfrm>
            <a:off x="6309360" y="3383280"/>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14216"/>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078590"/>
            <a:ext cx="163860" cy="163860"/>
          </a:xfrm>
          <a:prstGeom prst="rect">
            <a:avLst/>
          </a:prstGeom>
        </p:spPr>
      </p:pic>
      <p:sp>
        <p:nvSpPr>
          <p:cNvPr id="23" name="Text 17"/>
          <p:cNvSpPr txBox="1"/>
          <p:nvPr/>
        </p:nvSpPr>
        <p:spPr>
          <a:xfrm>
            <a:off x="6309360" y="3977640"/>
            <a:ext cx="2377440" cy="566928"/>
          </a:xfrm>
          <a:prstGeom prst="rect">
            <a:avLst/>
          </a:prstGeom>
          <a:noFill/>
          <a:ln/>
        </p:spPr>
        <p:txBody>
          <a:bodyPr wrap="square" lIns="0" tIns="0" rIns="0" bIns="0" rtlCol="0" anchor="t"/>
          <a:lstStyle/>
          <a:p>
            <a:pPr indent="0" marL="0">
              <a:buNone/>
            </a:pPr>
            <a:r>
              <a:rPr lang="en-US" sz="1200" dirty="0">
                <a:solidFill>
                  <a:srgbClr val="1B1F24"/>
                </a:solidFill>
              </a:rPr>
              <a:t>connects it to Claude Desktop, keeps your other servers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your agent connected it: 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--install (your other servers are kept)</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YOU: quit Claude Desktop completely (tray too)</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and reopen it: notes-db is in the tools menu</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then ask: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59 passed (59)</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2026-10-27T09:02:29Z</dcterms:created>
  <dcterms:modified xsi:type="dcterms:W3CDTF">2026-10-27T09:02:29Z</dcterms:modified>
</cp:coreProperties>
</file>