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open .env.example: DATABASE_URL=file:./data/app.db is the whole database. db:migrate creates that file and applies drizzle/; the app never migrates a file database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half: its exit code is what makes it a CI check. The web UI (previous slide) is for exploring.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Setup: Node, pnpm, SQLite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Setup: Node, pnpm, SQLite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Install, migrate the SQLite file, start the app, run the gate.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install, migrate, start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    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Setup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app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application successfully started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data/app.db exists, ledger rows: 3 (read the ledger, not a log line)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health answers {"status":"ok"}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Port 3000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it. Stop it, or set PORT=3001 in .env and use that port everywhere (Postman baseUrl too).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table: users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file was never migrated: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start again.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69)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  # which test fails?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"Cannot add a NOT NULL column"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migration hit existing rows (measured). Hand-edit: deal with those rows first, as drizzle/0002 does.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SQLITE_CONSTRAINT_TRIGGER (RESTRICT) or …_FOREIGNKEY (NO ACTION). Map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(default: localhost and 127.0.0.1 only).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UI shows Connected, and whoami returns your device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2026-10-26T08:47:49Z</dcterms:created>
  <dcterms:modified xsi:type="dcterms:W3CDTF">2026-10-26T08:47:49Z</dcterms:modified>
</cp:coreProperties>
</file>