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deck on screen during lab work. Each module has: a divider (goal + time), RUN THIS (commands), CHECKPOINT (what correct looks like) and IF YOU ARE STUCK (snags we actually hit). The full explanations are in the chapter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repeatable work belongs to tools; judgement belongs to the agent, fenced into markers. If a learner hand-edits generated code, steer them back to the template or the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Linux, macOS and WSL shells were the target. The `eval "$(…)"` lab helper needs a POSIX shell; on PowerShell, copy the printed values by hand. Not tested on PowerShell.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CLI (chapters 07 and 09) stays in the terminal: it is a real MCP client, which is the point of those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checks drive the app over HTTP and MCP and never import learner code, so they compile before the lab is done. The contracts are in test/labs/README.md in the starter. Reference solutions for facilitators are in docs/ai-agent-training/solutions/.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modules, about 170 minutes of labs plus the capstone as homework. Times are ESTIMATES: nobody has run these labs with an audience yet. Adjust after the first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chapters 00 + 01. Left out for time: the persistence and clean-wipe demos (chapter 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pnpm install runs, walk through specs/notes.md. Learners give their agent the spec and the skill name (nest-resource-scaffold), not ad-hoc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chapter 02. Left out for time: nothing. This is chapter 02 as it stands.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learners read the generated SQL out loud. A nullable ADD COLUMN is safe on populated tables; NOT NULL is not (chapter 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chapters 03 + 04. Left out for time: reading the hand-written middleware commit (chapter 03) and the expiresAt lab (chapter 04). Offer expiresAt as a stretch.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Issuing credentials stores a live secret in a collection variable: never export or share the collection after a run. Re-sending Issue credentials is a rotation.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chapters 05 + 06. Left out for time: the separate envelope-discussion lab (chapter 05): the raw initialize below covers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Body tab of initialize: one SSE event, `event: message` then `data: {...}`, and the Headers tab: X-Access-Key-Id / X-Secret-Key come from the variables 04 · Devices stored. Then ask: which id answers which request? Where is the SSE framing? What would a tool error look like vs a protocol error?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Then: pnpm verify. The stdio e2e test pins the EXACT tool list, so it fails until they update it deliberately.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chapters 07 + 08. Left out for time: the Host-header lab (chapter 08). Mention MCP_ALLOWED_HOSTS; the stuck slide covers its snags.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listens on loopback only (127.0.0.1, ports 6274, 6275, 6278). Its startup output shows its API token twice, in the URL and on the Auth token line: both are a credential. The three example servers in its list can be ignored. Secret values: the helper prints them; never paste them anywhere but the header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 is the scriptable half of the Inspector. Exit 5 comes from the tool's own isError, which is why it is a sound CI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chapters 09 + 10. Left out for time: nothing from chapter 09; the chapter 10 capstone moves to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clients, two devices: the Inspector uses the helper's device, Postman its own. Rotating in Postman therefore does not break the Inspector call; that is a good question to ask. The rotation response contains the NEW secret: do not paste it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treats any 401 as an OAuth challenge. Device keys suit header-configured machine clients; the OAuth path is @rekog/mcp-nest-auth (not built in this course).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Distinction: a false statement found in a comment, skill, spec or this course, measured and corrected. Rework: "tests pass" without counts, or any credential in an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learner for one false statement they found in a tool, a doc or this course, and how they measured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4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image" Target="../media/image-33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Building Apps with AI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B68A"/>
                </a:solidFill>
              </a:rPr>
              <a:t>Lab companion · six modules · NestJS 12 · drizzle · SQLite · Passport · MCP</a:t>
            </a:r>
            <a:endParaRPr lang="en-US" sz="1800" dirty="0"/>
          </a:p>
        </p:txBody>
      </p:sp>
      <p:sp>
        <p:nvSpPr>
          <p:cNvPr id="4" name="terminal"/>
          <p:cNvSpPr/>
          <p:nvPr/>
        </p:nvSpPr>
        <p:spPr>
          <a:xfrm>
            <a:off x="548640" y="37033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3133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83133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8" name="terminal-text"/>
          <p:cNvSpPr txBox="1"/>
          <p:nvPr/>
        </p:nvSpPr>
        <p:spPr>
          <a:xfrm>
            <a:off x="777240" y="4087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pnpm verify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How every lab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96" y="16276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Spec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specs/&lt;name&gt;.md: fields, rules,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68880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27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Generate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nest-cli: structure + wiring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151376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5137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62763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Template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822192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house conventions, identical every time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33872" y="1325880"/>
            <a:ext cx="822960" cy="82296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33872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162763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Fill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agent, ONLY inside AI-FILL markers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16368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1636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7187184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Verify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187184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pnpm verify: read the counts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Repeatable work → tools.  Judgement → the agent, fenced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Three rules for the 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Node 24 + pnpm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Every command runs in boilerplate/nest-ai-starter.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once puts pnpm on your PATH; otherwise write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Counts, not exit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Read "Tests N passed" AND "Test Files": a failed beforeAll shows 0 failures in the Tests line and exit 1.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Never share a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Device secrets, Basic credentials and Inspector URLs (they carry a token) stay in your terminal.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Calling the API with Postman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Import one file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In the starter: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postman/nest-ai-starter.postman_collection.json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baseUrl is http://localhost:3000; the first request in folder 03 signs up the demo user.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Folders follow the labs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Numbered by chapter, and each name says its module. Every request has tests: read the Test Results tab, not just the status.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It stores a live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Issuing credentials saves the device secret in a collection variable. Never export or share the collection after a run.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Lab checks: is my lab done?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One check per lab</a:t>
            </a:r>
            <a:endParaRPr lang="en-US" sz="18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01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runs the check for lab 01,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all of them. Done means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Files 1 passed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and every test green.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Build labs start red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01, 02, 04, 06 and 10 fail on the starter, because the feature is not there yet. They pass once you have built it.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Guard labs start green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03, 08 and 09 pass on the starter. Break the rule on purpose, watch the check fail, then put it back.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The track (draft lab times)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Setup and the loop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40'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Data: drizzle and zod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Identity: auth and devices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Your first MCP server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and transports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Secure MCP, then the capstone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20'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Setup and the loop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Set up and start the app, then add an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resource: generate → template → fill → verify.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set up, then an orders resource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boilerplate/nest-ai-starter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   # refused? use corepack pnpm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install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   # port busy? set PORT= here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                # 69 + 61 tests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specs/orders.md (copy specs/notes.md);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the contract: test/labs/README.md, 01.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nest g resource orders --type rest --crud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resource:template --name order --plural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check:ai-fill         # your agent's to-do 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your agent fills every AI-FILL marker,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01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gate green, markers to zero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db:migrate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verify (before your resource)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69 passed (69)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61 passed (61)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the template step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written: 11;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 to complete: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agent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markers: 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01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3, both gates green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check:ai-fill prints 0 markers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delete O2 from the service: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vitest run src/orders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 shows one red test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1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Port 3000 is already in 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Set PORT=3100 in .env, then use 3100 in Postman (baseUrl) and every URL. The lab helper reads PORT from .env.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"Run step 1 first"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template script refuses before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g resource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and refuses a second run. Never use --force after filling.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Unit green, e2e 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Validation, defaults and status codes live at the HTTP boundary. Only e2e sees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Data: drizzle and zod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column and watch the migration checks work for you.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phone column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specs/users.md: phone (optional, E.164)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user.schema.ts + users.table.ts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check:migrations   # FAILS: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db:generate        # READ the 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check:migrations   # clean now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an allowed and a refused phone case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to test/users.e2e-spec.ts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   # TS2345 phone missing? add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phone: null to users.service.spec.ts payloads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stop the app (Ctrl+C),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start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02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drift caught, ledger grows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messages, expected count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 db:generate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check-migrations: DRIFT - tables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 without a migration.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db:generate (captured format)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[✓] Your SQL migration file 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drizzle/0003_….sql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db:migrate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02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check:migrations failed BEFORE generating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read the SQL in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drizzle/0003_*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4; phone appears in responses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2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All tests pass, check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Correct: tests run on the MIGRATION SQL (in-memory SQLite), not your TypeScript table. Generate the migration.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Drift test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zod schema and the table must declare exactly the same fields, with the same TS names.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generated SQL says NOT NULL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SQLite refuses it on any table with rows (measured). Decide what happens to existing rows first, as drizzle/0002 does.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Identity: auth and devices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Break the "one identical 401" rule on purpose, then issue and rotate device credentials.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break the 401, then rotate a key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folder 03, then the lab: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unknown emails get a different message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test:e2e   # which test fails?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03     # red too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restart the app (Ctrl+C),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start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03 in Postman: red. Revert,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rebuild, restart: all green again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send folder 04</a:t>
            </a:r>
            <a:endParaRPr lang="en-US" sz="14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 · Auth (module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Sign up (public)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Me: no credentials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Me: wrong password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Me: unknown email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5. Me (Basic auth)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04 · Devices (module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Create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Issue credentials (secret shown once)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Activate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Get device (no secret, no hash)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one 401, one secret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from the code,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HTTP/1.1 401 Unauthorized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WWW-Authenticate: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realm="nest-ai-starter", charset="UTF-8"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change, e2e reports: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every failure is the SAME 401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device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"status":"active", "secretLast4":"…"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…/credentials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"secret":"dsk_…"   (shown ONCE)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03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saw the test that pins the 401 rule fail, then reverted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no response but /credentials ever shows a secret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another user's device → 404, not 403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3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"2 passed | 30 skipped", exit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beforeAll threw (e.g. sign-up lost @Public()). The failure is on the Test Files line.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new route answers 401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Secure by default: the guard is global. Add @Public() only on purpose.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Deleting a user gives a 500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blocked delete reports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SQLITE_CONSTRAINT_TRIGGER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(RESTRICT) or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SQLITE_CONSTRAINT_FOREIGNKEY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(NO ACTION). Map both to 409.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Your first MCP server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Read one raw JSON-RPC exchange, then 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tool and pin it with tests.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(1/2): a raw MCP initialize</a:t>
            </a:r>
            <a:endParaRPr lang="en-US" sz="3200" dirty="0"/>
          </a:p>
        </p:txBody>
      </p:sp>
      <p:sp>
        <p:nvSpPr>
          <p:cNvPr id="3" name="postman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527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207008"/>
            <a:ext cx="7543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 Postman</a:t>
            </a:r>
            <a:endParaRPr lang="en-US" sz="1800" dirty="0"/>
          </a:p>
        </p:txBody>
      </p:sp>
      <p:sp>
        <p:nvSpPr>
          <p:cNvPr id="6" name="postman-requests"/>
          <p:cNvSpPr txBox="1"/>
          <p:nvPr/>
        </p:nvSpPr>
        <p:spPr>
          <a:xfrm>
            <a:off x="640080" y="164592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 · MCP over HTTP (module 4)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1. initialize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2. tools/list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 tools/call whoami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4. No device headers → 401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(2/2): add a publish-note tool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src/mcp/notes.tools.ts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'publish-note',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'Publish a note. A published note needs a non-empty body.',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parameters: z.object({ id: z.string().uuid() }),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publishNote(@Payload() { id }: { id: string }): Promise&lt;ToolResult&gt;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runTool(() =&gt; this.notes.update(id, { status: 'published' }));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then, in the terminal: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   # red until you add publish-note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the tool list in test/mcp-stdio.e2e-spec.ts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06   # the lab check: all green?</a:t>
            </a:r>
            <a:endParaRPr lang="en-US" sz="10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06 · Notes over REST (module 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Create note (draft, empty body)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Publish it → 422 RULE_VIOLATION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Get note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JSON-RPC in SSE, rule over MCP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{"result":{"protocolVersion":…},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"jsonrpc":"2.0","id":1}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publish-note on a note with no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{"content":[{"type":"text","text":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"RULE_VIOLATION: A published note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needs a non-empty body"}],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"isError":true}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06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matched the response id to the request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stdio e2e tool list updated on purpose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tool error (isError) vs protocol error (error)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4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401 on /mcp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Missing headers, a draft or archived device, or a rotated secret: one 401 for all. Re-run the helper.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console.log "for debugging"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goes into the protocol stream. The SDK client ignores it, so only the RAW stdout test fails.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crash instead of isError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Wrap tool bodies in runTool(): DomainError → tool error the model can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Inspector and transports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Turn an Inspector call into a CI check, then flip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enableJsonResponse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compare the wire.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(1/2): the Inspector UI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mcp:inspect:ui      # leave it running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open the localhost:6274 URL it prints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a second terminal: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"$(node scripts/demo-device.mjs)"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values for the two headers: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"$MCP_KEY_ID"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"$MCP_SECRET"</a:t>
            </a:r>
            <a:endParaRPr lang="en-US" sz="1400" dirty="0"/>
          </a:p>
        </p:txBody>
      </p:sp>
      <p:sp>
        <p:nvSpPr>
          <p:cNvPr id="9" name="inspector-ui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6D4AE8"/>
          </a:solidFill>
          <a:ln w="12700">
            <a:solidFill>
              <a:srgbClr val="6D4AE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the Inspector UI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Add Servers → + Add manually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streamable-http · http://localhost:3000/mcp → Add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Settings → Custom Headers → + Add Header, twice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X-Access-Key-Id and X-Secret-Key, then close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5. Switch the card on: Connected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6. Tools → whoami → Execute Tool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(2/2): a CI check, then the wire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mcp:inspect:cli --method tools/call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--tool-name get-note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--tool-arg id=00000000-0000-4000-8000-000000000000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"exit: $?"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attach-mcp.ts: enableJsonResponse: 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restart the app: Ctrl+C, then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start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Postman 05 › initialize: what changed?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(its test goes red: that is the point)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revert enableJsonResponse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08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 · MCP over HTTP (module 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initialize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08 · Host check (module 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Foreign Host → 403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exit 5, then two framings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"content": [ { "type": "text",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"NOT_FOUND: Note … not found" }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"isError": true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true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{"result":…}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08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Inspector UI shows Connected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script that FAILS when create-note accepts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{title:'x', status:'published'}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framings captured and compared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5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UI says Failed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Wrong or missing device headers. The 401 makes the Inspector try OAuth (404s in Network). Check Settings → Custom Headers.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Sharing the Inspector UI URL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Don't: it carries MCP_INSPECTOR_API_TOKEN, which is a credential.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Called by hostname: 403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With valid device headers (without them it is 401: auth runs first). Add the name to MCP_ALLOWED_HOSTS: localhost,&lt;hostname&gt;.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Secure MCP, then the capstone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Rotate a device secret mid-session and watch the next call fail. The capstone is homework.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rotate mid-session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"$(node scripts/demo-device.mjs)"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-y @modelcontextprotocol/inspector@2.12.0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--cli http://localhost:3000/mcp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--method tools/call --tool-name whoami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"X-Access-Key-Id: $MCP_KEY_ID"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"X-Secret-Key: $MCP_SECRET"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09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 · Rotate mid-session (module 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Rotate credentials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whoami with the OLD secret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whoami with the NEW secret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rotation bites immediately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Inspector whoami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"device": { … "status": "active" …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"owner":  { … "email": "demo@example.com"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 09 · Rotate mid-session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 credentials          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OLD secret   401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NEW secret   200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09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old secret failed on the NEXT call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7 failure modes → one 401, explained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why stdio whoami is a tool error (local trust)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6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Inspector says auth_required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IS your 401. Check the headers, or re-run the helper for a fresh device.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whoami over stdio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stdio trusts the local user; there is no device identity.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Auth seems bypassed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middleware must be registered BEFORE the transport mounts (measured: after = bypassed).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Capstone (homework): evidence, not claims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18931"/>
            <a:ext cx="215067" cy="215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1.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spec diff + every open question you raised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160179"/>
            <a:ext cx="215067" cy="2150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2.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plan with a verify line per task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01427"/>
            <a:ext cx="215067" cy="21506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3.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migration and your edits, or why none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842675"/>
            <a:ext cx="215067" cy="21506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4.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unit + e2e counts; owner-check mutation result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931" y="1318931"/>
            <a:ext cx="215067" cy="21506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5.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my-notes e2e: two devices of two users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7931" y="2160179"/>
            <a:ext cx="215067" cy="21506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6.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pnpm verify + pnpm lab 10: every line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466344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7931" y="3001427"/>
            <a:ext cx="215067" cy="21506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6636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7.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capture with headers (secret redacted)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66344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7931" y="3842675"/>
            <a:ext cx="215067" cy="215067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6636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8.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WORKLOG entry, with any corrections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What you built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Node + SQLite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85416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+ drizzle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22192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58968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1FB68A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Next: OAuth for interactive MCP clients (@rekog/mcp-nest-auth) · Redis-backed rate limits · deploy with MCP_ALLOWED_HOSTS set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Companion">
  <a:themeElements>
    <a:clrScheme name="Lab Companion">
      <a:dk1>
        <a:srgbClr val="1B1F24"/>
      </a:dk1>
      <a:lt1>
        <a:srgbClr val="FFFFFF"/>
      </a:lt1>
      <a:dk2>
        <a:srgbClr val="2B3440"/>
      </a:dk2>
      <a:lt2>
        <a:srgbClr val="F1F5F9"/>
      </a:lt2>
      <a:accent1>
        <a:srgbClr val="1FB68A"/>
      </a:accent1>
      <a:accent2>
        <a:srgbClr val="E69A28"/>
      </a:accent2>
      <a:accent3>
        <a:srgbClr val="7C5CFF"/>
      </a:accent3>
      <a:accent4>
        <a:srgbClr val="E5484D"/>
      </a:accent4>
      <a:accent5>
        <a:srgbClr val="0F766E"/>
      </a:accent5>
      <a:accent6>
        <a:srgbClr val="94A3B8"/>
      </a:accent6>
      <a:hlink>
        <a:srgbClr val="0F766E"/>
      </a:hlink>
      <a:folHlink>
        <a:srgbClr val="7C5CFF"/>
      </a:folHlink>
    </a:clrScheme>
    <a:fontScheme name="Lab Compan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companion: Building Apps with AI Agents</dc:title>
  <dc:subject>PptxGenJS Presentation</dc:subject>
  <dc:creator>edu-training</dc:creator>
  <cp:lastModifiedBy>edu-training</cp:lastModifiedBy>
  <cp:revision>1</cp:revision>
  <dcterms:created xsi:type="dcterms:W3CDTF">2026-10-26T23:28:00Z</dcterms:created>
  <dcterms:modified xsi:type="dcterms:W3CDTF">2026-10-26T23:28:00Z</dcterms:modified>
</cp:coreProperties>
</file>