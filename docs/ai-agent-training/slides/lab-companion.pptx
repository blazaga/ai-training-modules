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a few minutes. While it runs, walk through docker-compose.yml: db, redis (infra only), migrate (one-shot), app, dev (profile).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collection keeps the issued secret in a collection variable for the MCP folders. Remind learners it is a live credential.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UI binds 127.0.0.1 inside its container. In Docker use the CLI; learners with Node can run the UI on the host with npx.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image" Target="../media/image-47-7.png"/><Relationship Id="rId8" Type="http://schemas.openxmlformats.org/officeDocument/2006/relationships/image" Target="../media/image-4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Passport · MCP · all in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Everything in Docker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Everything in Docker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 and the toolbox. Everything else in the course runs 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stack and the toolbox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 -a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00 · Stack (lite module 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Health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logs 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Postman: 00 › 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 (read the ledger, not a log line)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app never starts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 if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failed: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The app waits for a successful migration.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Changed package.json?</a:t>
            </a:r>
            <a:endParaRPr lang="en-US" sz="16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install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Dependencies live in the image, not on your host.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67)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message for unknown emails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# which test fails?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"Me: unknown email" in Postman too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 (Basic auth):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the Postman requests first,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expiresAt: spec → schema →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migration → rule → tests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"Issue credentials" = a rotation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"contains null values"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NOT NULL migration hit existing rows (measured). Hand-edit: nullable → decide → SET NOT NULL.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Re-send folder 04 · Devices.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(compose sets localhost,app).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(through pnpm + compose)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Web UI unreachable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listens on 127.0.0.1 inside the container. Use the CLI, or npx on your host.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Postman 05 › initialize: note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Content-Type and the Body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re-send initialize: what changed?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revert, rebuild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node:http, curl and Postman send it as written.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2026-10-26T00:47:35Z</dcterms:created>
  <dcterms:modified xsi:type="dcterms:W3CDTF">2026-10-26T00:47:35Z</dcterms:modified>
</cp:coreProperties>
</file>