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The full track (ch00-ch10) has the labs this one 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00 + 01. Cut for time: the 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walk through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02. Cut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03 + 04. Cut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05 + 06. Cut for time: the separate envelope-discussion lab (chapter 05): the raw initialize below covers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07 + 08. Cut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 of the Inspector.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09 + 10. Cut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companion, LITE track · six modules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lite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set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&amp;&amp; 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               # 69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gate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3, both gates green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pnpm: command not found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or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instead of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# which test fails?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Postman, then revert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SQLITE_CONSTRAINT_TRIGGER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(RESTRICT) or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SQLITE_CONSTRAINT_FOREIGNKEY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(NO ACTION). Map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restart the app: Ctrl+C, then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Inspector UI shows Connected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MCP_ALLOWED_HOSTS: localhost,&lt;hostname&gt; (measured: 403 without, 200 with).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 (lite): Building Apps with AI Agents</dc:title>
  <dc:subject>PptxGenJS Presentation</dc:subject>
  <dc:creator>edu-training</dc:creator>
  <cp:lastModifiedBy>edu-training</cp:lastModifiedBy>
  <cp:revision>1</cp:revision>
  <dcterms:created xsi:type="dcterms:W3CDTF">2026-10-26T08:49:33Z</dcterms:created>
  <dcterms:modified xsi:type="dcterms:W3CDTF">2026-10-26T08:49:33Z</dcterms:modified>
</cp:coreProperties>
</file>