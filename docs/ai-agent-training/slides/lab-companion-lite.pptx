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PowerShell has no alias for multi-word commands: function dev { docker compose run --rm dev @args }. Not tested here; Linux, macOS and WSL shells were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CLI (chapters 07 and 09) stays in the terminal: it is a real MCP client, which is the point of those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modules, about 170 minutes of labs plus the capstone as homework. Times are ESTIMATES: nobody has run these labs with an audience yet. The full track (ch00-ch10) has the labs this one cuts.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00 + 01. Cut for time: the stack-persistence and clean-wipe demos (chapter 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image build takes a few minutes: use it to walk through docker-compose.yml and specs/notes.md. Learners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02. Cut for time: nothing. This is chapter 02 as it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03 + 04. Cut for time: reading the hand-written middleware commit (chapter 03) and the expiresAt lab (chapter 04). Offer expiresAt as a stretch.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Issuing credentials stores a live secret in a collection variable: never export or share the collection after a run. Re-sending Issue credentials is a rotation.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05 + 06. Cut for time: the separate envelope-discussion lab (chapter 05): the raw initialize below covers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dev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07 + 08. Cut for time: the Host-header lab (chapter 08). Mention MCP_ALLOWED_HOSTS; the stuck slide covers its snags.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web UI binds 127.0.0.1 inside its container: use the CLI in Docker. Exit 5 comes from the tool's own isError, which is why it is a sound CI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09 + 10. Cut for time: nothing from chapter 09; the chapter 10 capstone moves to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image" Target="../media/image-31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companion, LITE track · six modules · NestJS 12 · drizzle · Passport · MCP · Docker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dev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dev = the toolbox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alias dev='docker compose run --rm dev'. Every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 the course becomes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Calling the API with Postman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the lite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lite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Setup and the loop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40'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Data: drizzle and zod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Identity: auth and devices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server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and transports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Secure MCP, then the capstone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Setup and the loop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Start the stack, then 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stack up, then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dev='docker compose run --rm dev'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                # 67 + 61 tests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specs/orders.md (copy specs/notes.md),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exec nest g resource orders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resource:template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check:ai-fill         # your agent's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your agent fills every AI-FILL marker,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stack green, markers to zero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ps -a  (STATUS)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      Up … (healthy)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   Exited (0)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dev pnpm verify (before your resource)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67 passed (67)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the template step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agent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app healthy, migrate exited 0, both gates green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one service rule: exactly one test goes 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port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Something local owns 5432, 6379 or 3000. Stop it, or change the LEFT side of that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ports: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entry.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Data: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up -d --build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(PGlite),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fails on populated tables (measured). Use nullable, then backfill, then SET NOT NULL.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Identity: auth and devices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purpose, then issue and rotate device credentials.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break the 401, then rotate a key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folder 03, then the lab: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unknown emails get a different message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test:e2e   # which test fails?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03 in Postman, then revert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send folder 04</a:t>
            </a:r>
            <a:endParaRPr lang="en-US" sz="14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 (Basic auth)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401, one secret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from the code,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 "secretLast4":"…"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(shown ONCE)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401 rule fail, then reverted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404, not 403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Blocked FK deletes report 23001 (RESTRICT) or 23503 (NO ACTION). The adapter maps both to 409.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server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Read one raw JSON-RPC exchange, then 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(lite 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 SSE, rule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{"result":{"protocolVersion":…},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on /mcp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Re-run the helper.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Inspector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check, then 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 CI check, then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build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tools/call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attach-mcp.ts: enableJsonResponse: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 app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Postman 05 › initialize: what changed?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revert enableJsonResponse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(lite 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(lite 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exit 5, then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framings captured and compared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MCP_ALLOWED_HOSTS explained in one sentence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file dist/mcp-stdio.js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Build first: dev pnpm build.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Inspector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service 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 (reproduced in Docker).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Secure MCP, then the 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device secret mid-session and watch the next call fail. The capstone is homework.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npx -y @modelcontextprotocol/inspector@2.12.0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http://app:3000/mcp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(lite 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 (homework):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SQL, and what you hand-edited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verify: every line, incl. Test Files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stack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 (lite): Building Apps with AI Agents</dc:title>
  <dc:subject>PptxGenJS Presentation</dc:subject>
  <dc:creator>edu-training</dc:creator>
  <cp:lastModifiedBy>edu-training</cp:lastModifiedBy>
  <cp:revision>1</cp:revision>
  <dcterms:created xsi:type="dcterms:W3CDTF">2026-10-26T00:47:35Z</dcterms:created>
  <dcterms:modified xsi:type="dcterms:W3CDTF">2026-10-26T00:47:35Z</dcterms:modified>
</cp:coreProperties>
</file>