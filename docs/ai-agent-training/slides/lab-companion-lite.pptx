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newman against the Docker stack: 24 requests, 0 failed, on a fresh database and again on a re-run; with a wrong password 17 assertions fail, so the tests can fail. The Inspector CLI (chapters 07 and 09) stays in the terminal on purpose: it is a real MCP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stack-persistence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image build takes a few minutes: use it to walk through docker-compose.yml and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replaces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web UI binds 127.0.0.1 inside its container: use the CLI in Docker.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Passport · MCP ·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Postman instead of curl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stack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                # 67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0, both gates green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# which test fails?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2026-10-25T23:19:42Z</dcterms:created>
  <dcterms:modified xsi:type="dcterms:W3CDTF">2026-10-25T23:19:42Z</dcterms:modified>
</cp:coreProperties>
</file>